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Business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| Effective: 2026-01-15 | Version 1.2</a:t>
            </a:r>
          </a:p>
          <a:p>
            <a:pPr lvl="1"/>
            <a:r>
              <a:t>Revenue grew 18% year over year.</a:t>
            </a:r>
          </a:p>
          <a:p>
            <a:pPr lvl="1"/>
            <a:r>
              <a:t>Enterprise tier drove most of the increase.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Discount Ladder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Max Discount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Starter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